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Inter"/>
      <p:bold r:id="rId26"/>
      <p:boldItalic r:id="rId27"/>
    </p:embeddedFont>
    <p:embeddedFont>
      <p:font typeface="Be Vietnam Pro SemiBold"/>
      <p:regular r:id="rId28"/>
      <p:bold r:id="rId29"/>
      <p:italic r:id="rId30"/>
      <p:boldItalic r:id="rId31"/>
    </p:embeddedFont>
    <p:embeddedFont>
      <p:font typeface="Be Vietnam Pro"/>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F59550-C108-478C-B1F9-76A0967410EB}">
  <a:tblStyle styleId="{AEF59550-C108-478C-B1F9-76A0967410E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slide" Target="slides/slide19.xml"/><Relationship Id="rId28" Type="http://schemas.openxmlformats.org/officeDocument/2006/relationships/font" Target="fonts/BeVietnamProSemiBold-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VietnamPro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VietnamProSemiBold-boldItalic.fntdata"/><Relationship Id="rId30" Type="http://schemas.openxmlformats.org/officeDocument/2006/relationships/font" Target="fonts/BeVietnamProSemiBold-italic.fntdata"/><Relationship Id="rId11" Type="http://schemas.openxmlformats.org/officeDocument/2006/relationships/slide" Target="slides/slide5.xml"/><Relationship Id="rId33" Type="http://schemas.openxmlformats.org/officeDocument/2006/relationships/font" Target="fonts/BeVietnamPro-boldItalic.fntdata"/><Relationship Id="rId10" Type="http://schemas.openxmlformats.org/officeDocument/2006/relationships/slide" Target="slides/slide4.xml"/><Relationship Id="rId32" Type="http://schemas.openxmlformats.org/officeDocument/2006/relationships/font" Target="fonts/BeVietnamPro-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1.jpg"/><Relationship Id="rId5" Type="http://schemas.openxmlformats.org/officeDocument/2006/relationships/image" Target="../media/image20.jpg"/><Relationship Id="rId6"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{AEF59550-C108-478C-B1F9-76A0967410EB}</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